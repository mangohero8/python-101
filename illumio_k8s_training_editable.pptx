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0"/>
            <a:ext cx="12161520" cy="23317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Deep Dive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3649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Illumio Integration — Full Engineer Training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 Team  |  Kubernetes Bootcamp  |  Sprint 26-09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5669280"/>
            <a:ext cx="1371600" cy="77724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566928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K8s Architecture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20240" y="5669280"/>
            <a:ext cx="1371600" cy="7772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20240" y="566928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Control Plane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83280" y="5669280"/>
            <a:ext cx="1371600" cy="77724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566928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Worker Nodes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46320" y="5669280"/>
            <a:ext cx="13716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566928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Networking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09360" y="5669280"/>
            <a:ext cx="1371600" cy="777240"/>
          </a:xfrm>
          <a:prstGeom prst="rect">
            <a:avLst/>
          </a:prstGeom>
          <a:solidFill>
            <a:srgbClr val="9B5E0C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566928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Workloads &amp; Storage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0" y="5669280"/>
            <a:ext cx="1371600" cy="777240"/>
          </a:xfrm>
          <a:prstGeom prst="rect">
            <a:avLst/>
          </a:prstGeom>
          <a:solidFill>
            <a:srgbClr val="5B4CC4"/>
          </a:solidFill>
          <a:ln w="12700">
            <a:solidFill>
              <a:srgbClr val="5B4C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566928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Illumio + K8s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235440" y="5669280"/>
            <a:ext cx="1371600" cy="777240"/>
          </a:xfrm>
          <a:prstGeom prst="rect">
            <a:avLst/>
          </a:prstGeom>
          <a:solidFill>
            <a:srgbClr val="3B2E8A"/>
          </a:solidFill>
          <a:ln w="12700">
            <a:solidFill>
              <a:srgbClr val="3B2E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5440" y="566928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Policy &amp; CLAS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698480" y="5669280"/>
            <a:ext cx="1371600" cy="777240"/>
          </a:xfrm>
          <a:prstGeom prst="rect">
            <a:avLst/>
          </a:prstGeom>
          <a:solidFill>
            <a:srgbClr val="C14B1A"/>
          </a:solidFill>
          <a:ln w="12700">
            <a:solidFill>
              <a:srgbClr val="C14B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698480" y="566928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Pre-Enforcement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Kubernetes?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Open-sourced by Google in 2014 — now the industry standard for container orchestration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Kubernetes Solves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— schedules and runs containers across a fleet of machines automatically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— restarts failed containers, replaces unhealthy nodes, reschedules evicted pods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— pods find each other by DNS name, no hardcoded IP addresses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— HPA scales replica count up/down based on CPU, memory, or custom metrics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 — deploy new versions with zero downtime, instant rollback if needed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 — separates config from code via ConfigMaps and Secrets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2070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536192"/>
            <a:ext cx="5303520" cy="107899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536192"/>
            <a:ext cx="5303520" cy="27432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727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86537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license. Governed by CNCF. Backed by Google, Red Hat, Microsoft, and 3000+ contributors.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5303520" cy="107899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743200"/>
            <a:ext cx="5303520" cy="27432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77977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07238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OpenShift IS Kubernetes — OCP 4.x is a hardened K8s distribution with enterprise add-ons.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3950208"/>
            <a:ext cx="5303520" cy="107899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3950208"/>
            <a:ext cx="5303520" cy="27432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9867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Huntington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27939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OpenShift clusters run Illumio microsegmentation. Two Illumio DaemonSet pods on every node.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5157216"/>
            <a:ext cx="5303520" cy="107899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5157216"/>
            <a:ext cx="5303520" cy="27432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51937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K8s version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548640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oc get clusterversion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187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11247120" cy="0"/>
          </a:xfrm>
          <a:prstGeom prst="line">
            <a:avLst/>
          </a:prstGeom>
          <a:noFill/>
          <a:ln w="12700">
            <a:solidFill>
              <a:srgbClr val="1A66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663440"/>
            <a:ext cx="182880" cy="182880"/>
          </a:xfrm>
          <a:prstGeom prst="ellipse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64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-91440" y="5102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open-sources K8s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15184" y="4663440"/>
            <a:ext cx="182880" cy="182880"/>
          </a:xfrm>
          <a:prstGeom prst="ellipse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9424" y="4864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57984" y="5102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+ CNCF founded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64608" y="4663440"/>
            <a:ext cx="182880" cy="182880"/>
          </a:xfrm>
          <a:prstGeom prst="ellipse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8848" y="4864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07408" y="5102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EKS/AKS/GKE launch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14032" y="4663440"/>
            <a:ext cx="182880" cy="182880"/>
          </a:xfrm>
          <a:prstGeom prst="ellipse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4864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56832" y="5102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4.x (K8s core)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363456" y="4663440"/>
            <a:ext cx="182880" cy="182880"/>
          </a:xfrm>
          <a:prstGeom prst="ellipse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97696" y="4864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06256" y="5102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deprecates Docker runtime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612880" y="4663440"/>
            <a:ext cx="182880" cy="182880"/>
          </a:xfrm>
          <a:prstGeom prst="ellipse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47120" y="4864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5102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+ Illumio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topology — control plane, worker nodes, and the API communication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Architecture — Control Plane + Worker Nodes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cluster has one control plane (3 nodes for HA) and N worker nodes where workloads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1920240"/>
          </a:xfrm>
          <a:prstGeom prst="rect">
            <a:avLst/>
          </a:prstGeom>
          <a:solidFill>
            <a:srgbClr val="E0E8F8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161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 —  Management Layer  (3 master nodes for HA)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21214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" y="15361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kube-apiserver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" y="182880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to cluster.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kubectl/oc commands.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port 6443.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webhooks here.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70632" y="1517904"/>
            <a:ext cx="21214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43784" y="15361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43784" y="182880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state store.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key-value.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3-node HA quorum.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API server reads/writes.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38344" y="1517904"/>
            <a:ext cx="21214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11496" y="15361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kube-scheduler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11496" y="182880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pods to nodes.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resources, taints,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rules, policies.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API server.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06056" y="1517904"/>
            <a:ext cx="21214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79208" y="15361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controller-mgr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79208" y="182880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control loops.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lifecycle, ReplicaSet,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ServiceAccount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and management.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573768" y="1517904"/>
            <a:ext cx="21214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46920" y="15361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cloud-controller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646920" y="182880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Cloud-specific logic.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LBs, PVs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cloud provider.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on-prem clusters.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80760" y="3108960"/>
            <a:ext cx="0" cy="274320"/>
          </a:xfrm>
          <a:prstGeom prst="line">
            <a:avLst/>
          </a:prstGeom>
          <a:noFill/>
          <a:ln w="12700">
            <a:solidFill>
              <a:srgbClr val="1A66B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200400" y="312724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watches API server for pod assignments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11430000" cy="2834640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36499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 —  Data Plane  (where your workloads run)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675888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3986784"/>
            <a:ext cx="3383280" cy="43891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005072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 —  Node agent — CRI calls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" y="4480560"/>
            <a:ext cx="3383280" cy="43891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4498848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  —  Service networking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4360" y="4974336"/>
            <a:ext cx="3383280" cy="43891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4992624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CRI-O / Runtime  —  Container lifecycle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4360" y="5468112"/>
            <a:ext cx="3383280" cy="438912"/>
          </a:xfrm>
          <a:prstGeom prst="rect">
            <a:avLst/>
          </a:prstGeom>
          <a:solidFill>
            <a:srgbClr val="EDE9FD"/>
          </a:solidFill>
          <a:ln w="12700">
            <a:solidFill>
              <a:srgbClr val="5B4C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548640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2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C-VEN + Storage Pod  —  Enforcement + policy cache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51960" y="3675888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343400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43400" y="3986784"/>
            <a:ext cx="3383280" cy="43891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6552" y="4005072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 —  Node agent — CRI calls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43400" y="4480560"/>
            <a:ext cx="3383280" cy="43891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16552" y="4498848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  —  Service networking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343400" y="4974336"/>
            <a:ext cx="3383280" cy="43891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4992624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CRI-O / Runtime  —  Container lifecycle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43400" y="5468112"/>
            <a:ext cx="3383280" cy="438912"/>
          </a:xfrm>
          <a:prstGeom prst="rect">
            <a:avLst/>
          </a:prstGeom>
          <a:solidFill>
            <a:srgbClr val="EDE9FD"/>
          </a:solidFill>
          <a:ln w="12700">
            <a:solidFill>
              <a:srgbClr val="5B4C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6552" y="548640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2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C-VEN + Storage Pod  —  Enforcement + policy cache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001000" y="3675888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092440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92440" y="3986784"/>
            <a:ext cx="3383280" cy="43891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65592" y="4005072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 —  Node agent — CRI calls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092440" y="4480560"/>
            <a:ext cx="3383280" cy="43891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65592" y="4498848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  —  Service networking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092440" y="4974336"/>
            <a:ext cx="3383280" cy="43891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65592" y="4992624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CRI-O / Runtime  —  Container lifecycle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092440" y="5468112"/>
            <a:ext cx="3383280" cy="438912"/>
          </a:xfrm>
          <a:prstGeom prst="rect">
            <a:avLst/>
          </a:prstGeom>
          <a:solidFill>
            <a:srgbClr val="EDE9FD"/>
          </a:solidFill>
          <a:ln w="12700">
            <a:solidFill>
              <a:srgbClr val="5B4C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65592" y="548640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2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C-VEN + Storage Pod  —  Enforcement + policy cache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kube-apiserver, etcd, scheduler, controller-manager — request flow deep dive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Deep Dive — kubectl apply Request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every step a request takes from your terminal to a running pod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run kubectl apply -f pod.yaml: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02336" cy="54864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536192"/>
            <a:ext cx="5943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536192"/>
            <a:ext cx="36576" cy="54864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727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182880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sends HTTPS request to API server port 6443 with credentials from kubeconfig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402336" cy="54864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21992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221992"/>
            <a:ext cx="5943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221992"/>
            <a:ext cx="36576" cy="54864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2585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(RBAC)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251460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checks: does this user/service account have permission to create this resource type?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907792"/>
            <a:ext cx="402336" cy="54864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07792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2907792"/>
            <a:ext cx="5943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907792"/>
            <a:ext cx="36576" cy="54864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29443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Control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320040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chain validates and optionally mutates the request. Illumio label injection webhook runs here.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593592"/>
            <a:ext cx="402336" cy="54864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93592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" y="3593592"/>
            <a:ext cx="5943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593592"/>
            <a:ext cx="36576" cy="54864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36301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etcd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4128" y="388620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writes the desired state to etcd — this is the permanent record of what should exist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279392"/>
            <a:ext cx="402336" cy="54864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79392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4400" y="4279392"/>
            <a:ext cx="5943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279392"/>
            <a:ext cx="36576" cy="54864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43159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assigns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4128" y="457200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kube-scheduler sees unscheduled pod, selects optimal node based on resources, affinity, taints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965192"/>
            <a:ext cx="402336" cy="54864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65192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14400" y="4965192"/>
            <a:ext cx="5943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4965192"/>
            <a:ext cx="36576" cy="54864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" y="50017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notified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24128" y="525780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notifies kubelet on selected node. kubelet calls CRI-O to pull image and start container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5650992"/>
            <a:ext cx="402336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650992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4400" y="5650992"/>
            <a:ext cx="5943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5650992"/>
            <a:ext cx="36576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" y="56875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24128" y="594360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reports pod Running status → written to etcd → visible in kubectl get pods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22376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— The Source of Truth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223760" y="1536192"/>
            <a:ext cx="457200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0920" y="1627632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Distributed key-value store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Built on Raft consensus protocol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3-node HA — always odd number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K8s object lives here: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pods, services, deployments,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secrets, configmaps, nodes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the API server reads/writes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directly to etcd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2379 — client requests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2380 — peer replication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Health check: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etcdctl endpoint health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OpenShift: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co etcd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pods -n openshift-etcd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223760" y="4828032"/>
            <a:ext cx="4572000" cy="594360"/>
          </a:xfrm>
          <a:prstGeom prst="rect">
            <a:avLst/>
          </a:prstGeom>
          <a:solidFill>
            <a:srgbClr val="FDE8E0"/>
          </a:solidFill>
          <a:ln w="12700">
            <a:solidFill>
              <a:srgbClr val="C14B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360920" y="48280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14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Losing etcd = losing the cluster. Back up etcd regularly. OpenShift etcd is separate from Illumio Storage Pod etcd — they are independent systems.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kubelet, kube-proxy, CRI-O, OVN-K — every component on a single OpenShift worker node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on a single RHCOS OpenShift worker node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749040" cy="245059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3749040" cy="27432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43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critical node process. Watches API server for pods assigned to THIS node. Calls CRI-O to start containers. Runs liveness/readiness probes. Reports pod status back. Port 10250.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adm node-logs &lt;node&gt; -u kubelet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97680" y="1207008"/>
            <a:ext cx="3749040" cy="2450592"/>
          </a:xfrm>
          <a:prstGeom prst="rect">
            <a:avLst/>
          </a:prstGeom>
          <a:solidFill>
            <a:srgbClr val="E0F5EC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207008"/>
            <a:ext cx="3749040" cy="2743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243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53619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Kubernetes Service networking. Maintains iptables/IPVS rules that translate ClusterIP:Port → Pod IP:Port. Watches API server for Service and Endpoint changes.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Coexists with Illumio — KUBE-* chains and ILLUMIO_* chains serve different purposes.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0" y="1207008"/>
            <a:ext cx="3749040" cy="2450592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207008"/>
            <a:ext cx="3749040" cy="274320"/>
          </a:xfrm>
          <a:prstGeom prst="rect">
            <a:avLst/>
          </a:prstGeom>
          <a:solidFill>
            <a:srgbClr val="9B5E0C"/>
          </a:solidFill>
          <a:ln w="12700">
            <a:solidFill>
              <a:srgbClr val="9B5E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243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CRI-O (Container Runtime)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153619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Interface for OpenShift. Pulls images from registry. Creates container namespaces (PID/NET/MNT/UTS). Socket: /var/run/crio/crio.sock.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containerRuntime MUST be set to crio in Helm values — not containerd.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813048"/>
            <a:ext cx="3749040" cy="245059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13048"/>
            <a:ext cx="374904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OVN-Kubernetes (CNI)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4223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Network Interface — assigns pod IPs from cluster CIDR (10.244.x.x). Creates veth pairs (pod eth0 ↔ host OVS port). Programs Open vSwitch flow tables.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OVN-K handles routing. Illumio handles security. They do not conflict.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97680" y="3813048"/>
            <a:ext cx="3749040" cy="2450592"/>
          </a:xfrm>
          <a:prstGeom prst="rect">
            <a:avLst/>
          </a:prstGeom>
          <a:solidFill>
            <a:srgbClr val="EDE9FD"/>
          </a:solidFill>
          <a:ln w="12700">
            <a:solidFill>
              <a:srgbClr val="5B4C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3813048"/>
            <a:ext cx="3749040" cy="274320"/>
          </a:xfrm>
          <a:prstGeom prst="rect">
            <a:avLst/>
          </a:prstGeom>
          <a:solidFill>
            <a:srgbClr val="5B4CC4"/>
          </a:solidFill>
          <a:ln w="12700">
            <a:solidFill>
              <a:srgbClr val="5B4C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C-VEN (Illumio DaemonSet)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414223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node. Enforcement agent. Owns ILLUMIO_INPUT / ILLUMIO_OUTPUT / ILLUMIO_FORWARD iptables chains. Captures flow records. Sends heartbeat to PCE every ~5 min. Reads policy from local Storage Pod.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0" y="3813048"/>
            <a:ext cx="3749040" cy="2450592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3813048"/>
            <a:ext cx="3749040" cy="274320"/>
          </a:xfrm>
          <a:prstGeom prst="rect">
            <a:avLst/>
          </a:prstGeom>
          <a:solidFill>
            <a:srgbClr val="9B5E0C"/>
          </a:solidFill>
          <a:ln w="12700">
            <a:solidFill>
              <a:srgbClr val="9B5E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Pod (Illumio DaemonSet)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414223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node. Embedded etcd stores compiled policy locally. C-VEN reads from here — never contacts PCE directly in CLAS mode. Also buffers flow telemetry before upload.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etcdctl endpoint health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Networking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networking, Services, kube-proxy, CoreDNS, Ingress — and where Illumio enforces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Networking — Four Layers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pods communicate, how Services work, and how DNS enables service discovery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1188720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161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Pod Networking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pod gets a unique cluster-wide IP. Pods reach any other pod IP directly — no NAT. OVN-K programs veth pairs and OVS flow tables. Pod IPs are ephemeral — use Services for stable addressing.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Services (Stable Endpoints)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2176272" cy="1508760"/>
          </a:xfrm>
          <a:prstGeom prst="rect">
            <a:avLst/>
          </a:prstGeom>
          <a:solidFill>
            <a:srgbClr val="E0F5EC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788920"/>
            <a:ext cx="2176272" cy="2743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2549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18104"/>
            <a:ext cx="19933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only. Default type. Virtual IP reachable only inside cluster. kube-proxy maps it to pod IPs.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51760" y="2788920"/>
            <a:ext cx="2176272" cy="1508760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2788920"/>
            <a:ext cx="2176272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82549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118104"/>
            <a:ext cx="19933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on every node's IP at static port 30000-32767. Dev/testing only.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0" y="2788920"/>
            <a:ext cx="2176272" cy="1508760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2788920"/>
            <a:ext cx="2176272" cy="27432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82549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118104"/>
            <a:ext cx="19933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cloud LB with external IP. Used for production ingress.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223760" y="2788920"/>
            <a:ext cx="2176272" cy="1508760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2788920"/>
            <a:ext cx="2176272" cy="274320"/>
          </a:xfrm>
          <a:prstGeom prst="rect">
            <a:avLst/>
          </a:prstGeom>
          <a:solidFill>
            <a:srgbClr val="9B5E0C"/>
          </a:solidFill>
          <a:ln w="12700">
            <a:solidFill>
              <a:srgbClr val="9B5E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282549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3118104"/>
            <a:ext cx="19933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ClusterIP: None. Returns pod IPs directly via DNS. Used by StatefulSets.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509760" y="2788920"/>
            <a:ext cx="2176272" cy="1508760"/>
          </a:xfrm>
          <a:prstGeom prst="rect">
            <a:avLst/>
          </a:prstGeom>
          <a:solidFill>
            <a:srgbClr val="F5F2EC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09760" y="2788920"/>
            <a:ext cx="2176272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282549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ExternalName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0" y="3118104"/>
            <a:ext cx="19933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CNAME alias. No proxying. Maps cluster DNS to external FQDN.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44074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kube-proxy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6634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iptables DNAT rules on every node. Packet hits ClusterIP:80 → iptables selects a backend pod IP:port → forwards. KUBE-* chains and ILLUMIO_* chains coexist — different purposes, no conflict.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44074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CoreDNS (Service Discovery)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6634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openshift-dns namespace. Resolves my-service.my-namespace.svc.cluster.local → ClusterIP. Every pod's DNS resolver points here.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5102352"/>
            <a:ext cx="5486400" cy="502920"/>
          </a:xfrm>
          <a:prstGeom prst="rect">
            <a:avLst/>
          </a:prstGeom>
          <a:solidFill>
            <a:srgbClr val="FDE8E0"/>
          </a:solidFill>
          <a:ln w="12700">
            <a:solidFill>
              <a:srgbClr val="C14B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51023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14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ILLUMIO: UDP/TCP port 53 egress to CoreDNS MUST be in policy rules before any namespace goes to Full enforcement. Missing DNS rules = pod startup failures.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&amp; Storage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Deployments, StatefulSets, DaemonSets, HPA, ConfigMaps, PersistentVolumes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Workload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workload type and what it means for Illumio enforcement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749040" cy="2450592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3749040" cy="27432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43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deployable unit. One or more containers sharing a network namespace. Ephemeral — pods are disposable. Never manage pods directly in production. Each pod gets its own IP.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Illumio: Pod IP registered in PCE via Kubelink on pod start (~60 sec).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97680" y="1207008"/>
            <a:ext cx="3749040" cy="2450592"/>
          </a:xfrm>
          <a:prstGeom prst="rect">
            <a:avLst/>
          </a:prstGeom>
          <a:solidFill>
            <a:srgbClr val="E0E8F8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207008"/>
            <a:ext cx="37490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243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53619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ReplicaSets. Ensures N replicas always running. Handles rolling updates and rollbacks. Standard for stateless applications.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Illumio: illumio-role label MUST be in the pod template spec inside the Deployment manifest.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0" y="1207008"/>
            <a:ext cx="3749040" cy="2450592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207008"/>
            <a:ext cx="3749040" cy="274320"/>
          </a:xfrm>
          <a:prstGeom prst="rect">
            <a:avLst/>
          </a:prstGeom>
          <a:solidFill>
            <a:srgbClr val="9B5E0C"/>
          </a:solidFill>
          <a:ln w="12700">
            <a:solidFill>
              <a:srgbClr val="9B5E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243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153619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Deployment but for stateful apps. Pods get stable network identity (pod-0, pod-1) and stable storage. Used for databases and message queues.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Storage Pod itself uses a StatefulSet. Each DB pod needs illumio-role: db.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813048"/>
            <a:ext cx="3749040" cy="2450592"/>
          </a:xfrm>
          <a:prstGeom prst="rect">
            <a:avLst/>
          </a:prstGeom>
          <a:solidFill>
            <a:srgbClr val="E0F5EC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13048"/>
            <a:ext cx="3749040" cy="2743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DaemonSet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4223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exactly ONE pod runs on EVERY node (or a subset). Used for node-level agents. N = one per node by definition — you cannot scale a DaemonSet.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C-VEN and Storage Pod are BOTH DaemonSets. Never delete DaemonSet pods manually.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97680" y="3813048"/>
            <a:ext cx="3749040" cy="245059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3813048"/>
            <a:ext cx="374904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CronJob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414223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pod to completion (Job) or on a schedule (CronJob). Pod restarts until success. Used for batch processing and DB migrations.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Illumio: Short-lived Job pods appear briefly in PCE workload inventory then disappear.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0" y="3813048"/>
            <a:ext cx="3749040" cy="2450592"/>
          </a:xfrm>
          <a:prstGeom prst="rect">
            <a:avLst/>
          </a:prstGeom>
          <a:solidFill>
            <a:srgbClr val="FDE8E0"/>
          </a:solidFill>
          <a:ln w="12700">
            <a:solidFill>
              <a:srgbClr val="C14B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3813048"/>
            <a:ext cx="3749040" cy="274320"/>
          </a:xfrm>
          <a:prstGeom prst="rect">
            <a:avLst/>
          </a:prstGeom>
          <a:solidFill>
            <a:srgbClr val="C14B1A"/>
          </a:solidFill>
          <a:ln w="12700">
            <a:solidFill>
              <a:srgbClr val="C14B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(Autoscaler)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4142232"/>
            <a:ext cx="3566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Autoscaler scales Deployment replicas up/down based on CPU, memory, or custom metrics. Works with metrics-server.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Illumio: New pods from HPA scale-out automatically get enforcement — no manual action needed.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Configuration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PersistentVolumes, ConfigMaps, Secrets — and how Illumio Storage Pod uses etcd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5394960" cy="731520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727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(PV)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storage resource. Pre-provisioned by admin or dynamically created by StorageClass. Lifecycle is independent of the pod that mounts it.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394960" cy="731520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140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(PVC)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Namespace-level request for storage. Pod mounts a PVC. Kubernetes binds PVC to a PV that meets size and access requirements.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5394960" cy="731520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25526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51129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type and provisioner for dynamic storage. PVs are created on demand when a PVC is submitted with a StorageClass reference.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4059936"/>
            <a:ext cx="5394960" cy="731520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0965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435254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RWO: ReadWriteOnce (single node). ROX: ReadOnlyMany. RWX: ReadWriteMany. StatefulSets typically use RWO.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12070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536192"/>
            <a:ext cx="5394960" cy="1572768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536192"/>
            <a:ext cx="5394960" cy="27432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5727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1865376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config data. Key-value pairs. Mounted as environment variables or files. Used by Illumio Config Property (cluster settings) and application config.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get configmap -n illumio-system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describe configmap illumio-config -n illumio-system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0" y="3200400"/>
            <a:ext cx="5394960" cy="1572768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3200400"/>
            <a:ext cx="5394960" cy="274320"/>
          </a:xfrm>
          <a:prstGeom prst="rect">
            <a:avLst/>
          </a:prstGeom>
          <a:solidFill>
            <a:srgbClr val="9B5E0C"/>
          </a:solidFill>
          <a:ln w="12700">
            <a:solidFill>
              <a:srgbClr val="9B5E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23697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529584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— passwords, tokens, TLS certs. Base64 encoded (enable encryption at rest in production). Illumio pairing token and registry pull secret stored as Secrets.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get secrets -n illumio-system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956048"/>
            <a:ext cx="1143000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992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Storage Pod — Embedded etcd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25780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One Storage Pod per worker node (DaemonSet) — NOT shared with OpenShift etcd — these are two completely separate etcd clusters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545896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Stores the compiled Illumio policy ruleset for that specific node. C-VEN reads from here, never from PCE directly (CLAS mode)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566013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Also buffers flow telemetry records before batch upload to PCE Event Service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586130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Health: oc exec &lt;storage-pod&gt; -n illumio-system -- etcdctl endpoint health   |   Disk: df -h /bitnami/etcd/data   |   Auth error: user name is empty = April 2026 root cause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+ Kubernetes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Illumio overlays microsegmentation on top of the Kubernetes networking 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Illumio Overlays on Kubernetes Networking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adds enforcement on top of — not instead of — the existing K8s network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Networking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5029200" cy="1005840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72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traffic via eth0 interface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71800" y="2542032"/>
            <a:ext cx="0" cy="109728"/>
          </a:xfrm>
          <a:prstGeom prst="line">
            <a:avLst/>
          </a:prstGeom>
          <a:noFill/>
          <a:ln w="12700">
            <a:solidFill>
              <a:srgbClr val="1A66B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5029200" cy="1005840"/>
          </a:xfrm>
          <a:prstGeom prst="rect">
            <a:avLst/>
          </a:prstGeom>
          <a:solidFill>
            <a:srgbClr val="E0F5EC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6883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OVN-Kubernetes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pod-to-pod, veth pairs + OVS flows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3657600"/>
            <a:ext cx="0" cy="109728"/>
          </a:xfrm>
          <a:prstGeom prst="line">
            <a:avLst/>
          </a:prstGeom>
          <a:noFill/>
          <a:ln w="12700">
            <a:solidFill>
              <a:srgbClr val="0D7A5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767328"/>
            <a:ext cx="5029200" cy="1005840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8039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0873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→ Pod IP NAT via KUBE-* chains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71800" y="4773168"/>
            <a:ext cx="0" cy="109728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882896"/>
            <a:ext cx="5029200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49194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Netfilter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520293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ALL iptables chains in order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4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83680" y="12070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Adds to the Stack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1536192"/>
            <a:ext cx="5303520" cy="1554480"/>
          </a:xfrm>
          <a:prstGeom prst="rect">
            <a:avLst/>
          </a:prstGeom>
          <a:solidFill>
            <a:srgbClr val="EDE9FD"/>
          </a:solidFill>
          <a:ln w="12700">
            <a:solidFill>
              <a:srgbClr val="5B4C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0" y="1536192"/>
            <a:ext cx="5303520" cy="274320"/>
          </a:xfrm>
          <a:prstGeom prst="rect">
            <a:avLst/>
          </a:prstGeom>
          <a:solidFill>
            <a:srgbClr val="5B4CC4"/>
          </a:solidFill>
          <a:ln w="12700">
            <a:solidFill>
              <a:srgbClr val="5B4C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5727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C-VEN Programs ILLUMIO_* Chains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75120" y="1865376"/>
            <a:ext cx="5120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C-VEN inserts ILLUMIO_INPUT, ILLUMIO_OUTPUT, ILLUMIO_FORWARD chains into the Linux netfilter framework. Packets are evaluated by these chains. ACCEPT (pd=1), DROP (pd=2), or ACCEPT+log (pd=3) based on compiled label-based policy rules.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0" y="3200400"/>
            <a:ext cx="5303520" cy="1554480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3200400"/>
            <a:ext cx="5303520" cy="274320"/>
          </a:xfrm>
          <a:prstGeom prst="rect">
            <a:avLst/>
          </a:prstGeom>
          <a:solidFill>
            <a:srgbClr val="9B5E0C"/>
          </a:solidFill>
          <a:ln w="12700">
            <a:solidFill>
              <a:srgbClr val="9B5E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23697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from Storage Pod etcd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75120" y="3529584"/>
            <a:ext cx="5120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C-VEN reads compiled policy from the local Storage Pod etcd cache. In CLAS mode, C-VEN NEVER contacts PCE for policy. Policy is always available locally — PCE outage = zero enforcement gap.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83680" y="4864608"/>
            <a:ext cx="5303520" cy="1554480"/>
          </a:xfrm>
          <a:prstGeom prst="rect">
            <a:avLst/>
          </a:prstGeom>
          <a:solidFill>
            <a:srgbClr val="E0F5EC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83680" y="4864608"/>
            <a:ext cx="5303520" cy="2743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9011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Telemetry Captured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0" y="5193792"/>
            <a:ext cx="5120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C-VEN captures every flow: src IP, dst IP, port, protocol, pd decision (1/2/3). Buffers in Storage Pod. Batch uploads to PCE Event Service. Forwarded to Splunk.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OVN-K handles routing (which pod IPs can reach which). Illumio handles security enforcement (WHICH traffic is actually allowed). They serve entirely different purposes and coexist on the same node without conflict.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Kubelink — The Bridge Between Kubernetes and Illumio PCE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Kubelink watches the K8s API and syncs workload metadata to PCE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Kubelink Watches (K8s API Informers)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6400800" cy="1078992"/>
          </a:xfrm>
          <a:prstGeom prst="rect">
            <a:avLst/>
          </a:prstGeom>
          <a:solidFill>
            <a:srgbClr val="EDE9FD"/>
          </a:solidFill>
          <a:ln w="12700">
            <a:solidFill>
              <a:srgbClr val="5B4C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36192"/>
            <a:ext cx="914400" cy="1078992"/>
          </a:xfrm>
          <a:prstGeom prst="rect">
            <a:avLst/>
          </a:prstGeom>
          <a:solidFill>
            <a:srgbClr val="5B4CC4"/>
          </a:solidFill>
          <a:ln w="12700">
            <a:solidFill>
              <a:srgbClr val="5B4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15910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C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/ UPDATE / DELETE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81328" y="19019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IP assigned, labels from pod template and namespace. Triggers workload record creation in PCE. Syncs within ~60 seconds of pod start.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6400800" cy="1078992"/>
          </a:xfrm>
          <a:prstGeom prst="rect">
            <a:avLst/>
          </a:prstGeom>
          <a:solidFill>
            <a:srgbClr val="EDE9FD"/>
          </a:solidFill>
          <a:ln w="12700">
            <a:solidFill>
              <a:srgbClr val="5B4C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06624"/>
            <a:ext cx="914400" cy="1078992"/>
          </a:xfrm>
          <a:prstGeom prst="rect">
            <a:avLst/>
          </a:prstGeom>
          <a:solidFill>
            <a:srgbClr val="5B4CC4"/>
          </a:solidFill>
          <a:ln w="12700">
            <a:solidFill>
              <a:srgbClr val="5B4C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06624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276148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C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/ UPDATE / DELETE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81328" y="307238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ClusterIP and port mappings. Synced to PCE for service-based policy targeting.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6400800" cy="1078992"/>
          </a:xfrm>
          <a:prstGeom prst="rect">
            <a:avLst/>
          </a:prstGeom>
          <a:solidFill>
            <a:srgbClr val="EDE9FD"/>
          </a:solidFill>
          <a:ln w="12700">
            <a:solidFill>
              <a:srgbClr val="5B4C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77056"/>
            <a:ext cx="914400" cy="1078992"/>
          </a:xfrm>
          <a:prstGeom prst="rect">
            <a:avLst/>
          </a:prstGeom>
          <a:solidFill>
            <a:srgbClr val="5B4CC4"/>
          </a:solidFill>
          <a:ln w="12700">
            <a:solidFill>
              <a:srgbClr val="5B4C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77056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39319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C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CHANGE / CREATE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81328" y="424281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labels (illumio-app/env/loc) drive App, Env, Loc dimensions for ALL pods in the namespace. Label BEFORE pods deploy.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5047488"/>
            <a:ext cx="6400800" cy="1078992"/>
          </a:xfrm>
          <a:prstGeom prst="rect">
            <a:avLst/>
          </a:prstGeom>
          <a:solidFill>
            <a:srgbClr val="EDE9FD"/>
          </a:solidFill>
          <a:ln w="12700">
            <a:solidFill>
              <a:srgbClr val="5B4C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047488"/>
            <a:ext cx="914400" cy="1078992"/>
          </a:xfrm>
          <a:prstGeom prst="rect">
            <a:avLst/>
          </a:prstGeom>
          <a:solidFill>
            <a:srgbClr val="5B4CC4"/>
          </a:solidFill>
          <a:ln w="12700">
            <a:solidFill>
              <a:srgbClr val="5B4C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047488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81328" y="51023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C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/ LEAVE / CONDITION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81328" y="54132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events trigger C-VEN pairing profile registration. Node drain = C-VEN unpair sequence should follow proper process.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label_mapping Config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1536192"/>
            <a:ext cx="457200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627632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illumio-values.yaml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kubelink: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label_mapping: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 illumio-app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env:  illumio-env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role: illumio-role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loc:  illumio-loc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Namespace (apply first!):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illumio-app: A-APP-256708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illumio-env: prod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illumio-loc: datacenter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Pod template (Deployment):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illumio-role: web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315200" y="3977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Registration Flow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4297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starts on node, gets IP from OVN-K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Kubelink detects pod via informer (~60 sec)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namespace + pod labels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label_mapping translation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workload record to PCE API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compiles matching policy rules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pushed: CLAS → Storage Pod → C-VEN → iptables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CLAS Mode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chains, pd=1/2/3 decisions, CLAS vs Legacy, migration procedure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Deep Dive — iptables Chains and Policy Decisions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compiled rule to kernel enforcement — exactly how Illumio enforces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iptables Chain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5486400" cy="1078992"/>
          </a:xfrm>
          <a:prstGeom prst="rect">
            <a:avLst/>
          </a:prstGeom>
          <a:solidFill>
            <a:srgbClr val="0F172A"/>
          </a:solidFill>
          <a:ln w="12700">
            <a:solidFill>
              <a:srgbClr val="5B4C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727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C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ILLUMIO_FORWARD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8366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enforcement. ALL pod-to-pod traffic. This is where pd=1/2/3 decisions happen.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5486400" cy="1078992"/>
          </a:xfrm>
          <a:prstGeom prst="rect">
            <a:avLst/>
          </a:prstGeom>
          <a:solidFill>
            <a:srgbClr val="0F172A"/>
          </a:solidFill>
          <a:ln w="12700">
            <a:solidFill>
              <a:srgbClr val="1A66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7614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ILLUMIO_INPUT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7238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inbound traffic to pods on this node. ACCEPT rules for allowed sources.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913632"/>
            <a:ext cx="5486400" cy="1078992"/>
          </a:xfrm>
          <a:prstGeom prst="rect">
            <a:avLst/>
          </a:prstGeom>
          <a:solidFill>
            <a:srgbClr val="0F172A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950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ILLUMIO_OUTPUT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26110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outbound traffic from pods. Logs egress for telemetry.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5102352"/>
            <a:ext cx="5486400" cy="1078992"/>
          </a:xfrm>
          <a:prstGeom prst="rect">
            <a:avLst/>
          </a:prstGeom>
          <a:solidFill>
            <a:srgbClr val="0F172A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51389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ILLUMIO_COEXIST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544982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coexistence with kube-proxy KUBE-* chains. No conflicts.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6309360"/>
            <a:ext cx="5486400" cy="384048"/>
          </a:xfrm>
          <a:prstGeom prst="rect">
            <a:avLst/>
          </a:prstGeom>
          <a:solidFill>
            <a:srgbClr val="FDE8E0"/>
          </a:solidFill>
          <a:ln w="12700">
            <a:solidFill>
              <a:srgbClr val="C14B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63093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14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Never manually edit ILLUMIO_* chains. C-VEN overwrites them on next sync. Manual edits break enforcement tracking.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 (pd) Logic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1536192"/>
            <a:ext cx="5486400" cy="502920"/>
          </a:xfrm>
          <a:prstGeom prst="rect">
            <a:avLst/>
          </a:prstGeom>
          <a:solidFill>
            <a:srgbClr val="E0E8F8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arrives at node → kernel evaluates ILLUMIO_FORWARD chain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139696"/>
            <a:ext cx="5486400" cy="1280160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2139696"/>
            <a:ext cx="548640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1762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pd=1  ALLOWED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468880"/>
            <a:ext cx="5303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match found. iptables ACCEPT. Traffic flows normally. Visible as Allowed in PCE Explorer and Splunk. Flow record: Storage Pod → PCE → Splunk.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3529584"/>
            <a:ext cx="5486400" cy="1280160"/>
          </a:xfrm>
          <a:prstGeom prst="rect">
            <a:avLst/>
          </a:prstGeom>
          <a:solidFill>
            <a:srgbClr val="FDE8E0"/>
          </a:solidFill>
          <a:ln w="12700">
            <a:solidFill>
              <a:srgbClr val="C14B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3529584"/>
            <a:ext cx="5486400" cy="274320"/>
          </a:xfrm>
          <a:prstGeom prst="rect">
            <a:avLst/>
          </a:prstGeom>
          <a:solidFill>
            <a:srgbClr val="C14B1A"/>
          </a:solidFill>
          <a:ln w="12700">
            <a:solidFill>
              <a:srgbClr val="C14B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566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pd=2  BLOCKED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858768"/>
            <a:ext cx="5303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+ Full enforcement mode. iptables DROP. Silently dropped — no RST. Connection times out. Flow record still logged and sent to Splunk.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4919472"/>
            <a:ext cx="5486400" cy="1280160"/>
          </a:xfrm>
          <a:prstGeom prst="rect">
            <a:avLst/>
          </a:prstGeom>
          <a:solidFill>
            <a:srgbClr val="FEF0DA"/>
          </a:solidFill>
          <a:ln w="12700">
            <a:solidFill>
              <a:srgbClr val="9B5E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4919472"/>
            <a:ext cx="5486400" cy="274320"/>
          </a:xfrm>
          <a:prstGeom prst="rect">
            <a:avLst/>
          </a:prstGeom>
          <a:solidFill>
            <a:srgbClr val="9B5E0C"/>
          </a:solidFill>
          <a:ln w="12700">
            <a:solidFill>
              <a:srgbClr val="9B5E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956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pd=3  UNKNOWN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5248656"/>
            <a:ext cx="5303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+ Idle or Visibility mode. iptables ACCEPT. Passes through but logged as Unknown. Investigate in PCE Explorer — create missing rules before enforcing.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 Mode vs Legacy Mode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Huntington OpenShift clusters must run in CLAS mode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5577840" cy="329184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2529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 MODE  (Required for all HNB clusters)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06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compiles policy and pushes to Kubelink via API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06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Kubelink writes compiled policy to CLAS cache (cluster-local)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06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 distributes policy to Storage Pod on each node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06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C-VEN reads policy from local Storage Pod — NO PCE contact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06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C-VEN programs iptables — enforcement active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5577840" cy="640080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749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OUTAGE RESULT: Enforcement continues. Policy is served from the local CLAS cache. New changes queue until PCE reconnects. Zero enforcement gap.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clusterMode: clas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207008"/>
            <a:ext cx="0" cy="42976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0" y="1207008"/>
            <a:ext cx="5577840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22529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MODE  (Migrate away — do not use)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627632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compiles policy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C-VEN contacts PCE API directly for every policy update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PCE healthy: policy delivered, iptables programmed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PCE returns 406 throttling: policy update fails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Pod short-term cache only — no full CLAS store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749040"/>
            <a:ext cx="5577840" cy="640080"/>
          </a:xfrm>
          <a:prstGeom prst="rect">
            <a:avLst/>
          </a:prstGeom>
          <a:solidFill>
            <a:srgbClr val="FDE8E0"/>
          </a:solidFill>
          <a:ln w="12700">
            <a:solidFill>
              <a:srgbClr val="C14B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749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14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OUTAGE RESULT: C-VEN enters degraded mode. Holds last known policy. New pods get no policy. Root cause of April 2026 incident affecting 299 ATMs and servers.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892040"/>
            <a:ext cx="11612880" cy="1417320"/>
          </a:xfrm>
          <a:prstGeom prst="rect">
            <a:avLst/>
          </a:prstGeom>
          <a:solidFill>
            <a:srgbClr val="E0F5EC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9194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Migration: Legacy → CLAS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193792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Verify PCE healthy + all C-VENs Online   ·   2  Raise change ticket   ·   3  Set clusterMode: migrateLegacyToClas in values.yaml   ·   4  Run helm upgrade   ·   5  Monitor: oc logs deploy/illumio-kubelink -n illumio-system -f | grep -i clas   ·   6  Update to clusterMode: clas and run helm upgrade again   ·   7  Verify in PCE: Infrastructure &gt; Container Clusters &gt; Kubelink tab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Pre-Enforcement Checklist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must be done before any namespace moves to Full enforcement (FUSE)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Pre-Enforcement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must pass before advancing any namespace to Full enforcement (FUSE) mode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5852160" cy="80467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2743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verified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pods have all four Illumio labels. No IP-only workloads visible in PCE workload inventory.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5852160" cy="80467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21408"/>
            <a:ext cx="2743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214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1762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labeled first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4505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applied BEFORE pods deployed. Retroactive labeling requires pod restart.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035808"/>
            <a:ext cx="5852160" cy="80467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35808"/>
            <a:ext cx="2743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358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0906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rules written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3649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UDP/TCP 53 egress to openshift-dns. Missing = pod startup failures at Full enforcement.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950208"/>
            <a:ext cx="5852160" cy="80467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50208"/>
            <a:ext cx="2743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502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0050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rules written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2793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1433 to SQL Server targets. Missing = connection pool exhaustion (HikariCP).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4864608"/>
            <a:ext cx="5852160" cy="80467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864608"/>
            <a:ext cx="2743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646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9194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forwarder rules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51937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9997 to indexer IPs if pods run a Splunk forwarder sidecar.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5779008"/>
            <a:ext cx="5852160" cy="80467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5779008"/>
            <a:ext cx="2743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57790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8338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Explorer review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61081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pd=3 Unknown flows in this namespace over a 30-day window.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0" y="1207008"/>
            <a:ext cx="5852160" cy="80467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1207008"/>
            <a:ext cx="2743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2070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12618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enforcement first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15361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Selective mode. 100% of legitimate traffic shows as Allowed. Then advance to Full.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0800" y="2121408"/>
            <a:ext cx="5852160" cy="80467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0" y="2121408"/>
            <a:ext cx="2743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21214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21762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sign-off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0" y="24505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owner understands and agrees to Full enforcement for their namespace.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00800" y="3035808"/>
            <a:ext cx="5852160" cy="80467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0800" y="3035808"/>
            <a:ext cx="2743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30358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766560" y="30906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procedure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0" y="33649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and tested. Emergency: set enforcement to Idle via PCE console — under 2 minutes.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00800" y="3950208"/>
            <a:ext cx="5852160" cy="804672"/>
          </a:xfrm>
          <a:prstGeom prst="rect">
            <a:avLst/>
          </a:prstGeom>
          <a:solidFill>
            <a:srgbClr val="E4F5E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00800" y="3950208"/>
            <a:ext cx="2743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9502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766560" y="40050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ticket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766560" y="42793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change ticket raised. Enforcement change is a production config change.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00800" y="4864608"/>
            <a:ext cx="5852160" cy="804672"/>
          </a:xfrm>
          <a:prstGeom prst="rect">
            <a:avLst/>
          </a:prstGeom>
          <a:solidFill>
            <a:srgbClr val="FDE8E0"/>
          </a:solidFill>
          <a:ln w="12700">
            <a:solidFill>
              <a:srgbClr val="C14B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00800" y="4864608"/>
            <a:ext cx="274320" cy="804672"/>
          </a:xfrm>
          <a:prstGeom prst="rect">
            <a:avLst/>
          </a:prstGeom>
          <a:solidFill>
            <a:srgbClr val="C14B1A"/>
          </a:solidFill>
          <a:ln w="12700">
            <a:solidFill>
              <a:srgbClr val="C14B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48646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766560" y="49194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illumio-system excluded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766560" y="51937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add illumio-system to enforcement scope. Illumio components are self-managing.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400800" y="5779008"/>
            <a:ext cx="5852160" cy="804672"/>
          </a:xfrm>
          <a:prstGeom prst="rect">
            <a:avLst/>
          </a:prstGeom>
          <a:solidFill>
            <a:srgbClr val="FDE8E0"/>
          </a:solidFill>
          <a:ln w="12700">
            <a:solidFill>
              <a:srgbClr val="C14B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400800" y="5779008"/>
            <a:ext cx="274320" cy="804672"/>
          </a:xfrm>
          <a:prstGeom prst="rect">
            <a:avLst/>
          </a:prstGeom>
          <a:solidFill>
            <a:srgbClr val="C14B1A"/>
          </a:solidFill>
          <a:ln w="12700">
            <a:solidFill>
              <a:srgbClr val="C14B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577900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766560" y="583387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openshift-etcd caution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66560" y="61081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etcd peer ports (2380) carefully before any enforcement on this namespace.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1188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Kubernetes + Illumio Commands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" y="621792"/>
            <a:ext cx="12051792" cy="0"/>
          </a:xfrm>
          <a:prstGeom prst="line">
            <a:avLst/>
          </a:prstGeom>
          <a:noFill/>
          <a:ln w="12700">
            <a:solidFill>
              <a:srgbClr val="1A66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49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HEALTH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53896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nodes -o wide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244144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operators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84378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co | grep -v 'True.*False.*False'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3831336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922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Non-running pods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423367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pods --all-namespaces -o wide | grep -v Running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5221224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5312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on a specific node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562356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pods --all-namespaces -o wide --field-selector spec.nodeName=&lt;node&gt;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0" y="749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4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HEALTH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0" y="1051560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C-VEN status all nodes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1453896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pods -n illumio-system -o wide | grep ven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06240" y="244144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Pod etcd health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0" y="284378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exec &lt;sp-pod&gt; -n illumio-system -- etcdctl endpoint health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06240" y="3831336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922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Kubelink logs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0" y="423367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logs deploy/illumio-kubelink -n illumio-system --tail=50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06240" y="5221224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5312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cluster mode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97680" y="562356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get values illumio -n illumio-system | grep clusterMode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83880" y="749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&amp; TROUBLESHOOTING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83880" y="1051560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label audit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1453896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ns -o custom-columns=NAME:.metadata.name,APP:.metadata.labels.illumio-app,ENV:.metadata.labels.illumio-env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183880" y="244144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Illumio chains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75320" y="284378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debug node/&lt;node&gt; -- chroot /host -- iptables -L ILLUMIO_FORWARD | head -20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183880" y="3831336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5320" y="3922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logs kubelet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423367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adm node-logs &lt;node&gt; -u kubelet --tail=50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83880" y="5221224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75320" y="5312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Pod disk usage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75320" y="562356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exec &lt;sp-pod&gt; -n illumio-system -- df -h /bitnami/etcd/data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 Technology Operations  |  Illuminati Team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full picture — from Kubernetes fundamentals to Illumio enforcement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822960" cy="438912"/>
          </a:xfrm>
          <a:prstGeom prst="rect">
            <a:avLst/>
          </a:prstGeom>
          <a:solidFill>
            <a:srgbClr val="1A66B5"/>
          </a:solidFill>
          <a:ln w="12700">
            <a:solidFill>
              <a:srgbClr val="1A6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8229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US-008/009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25880" y="2331720"/>
            <a:ext cx="10515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33172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 — draw.io files + PDF + Word doc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98648"/>
            <a:ext cx="822960" cy="43891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98648"/>
            <a:ext cx="8229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25880" y="2898648"/>
            <a:ext cx="10515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8986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Values Reference — all parameters + Huntington standards + annotated values.yaml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822960" cy="43891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65576"/>
            <a:ext cx="8229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25880" y="3465576"/>
            <a:ext cx="10515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465576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 vs Legacy Explainer — comparison, outage behavior, migration procedure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822960" cy="438912"/>
          </a:xfrm>
          <a:prstGeom prst="rect">
            <a:avLst/>
          </a:prstGeom>
          <a:solidFill>
            <a:srgbClr val="064F3C"/>
          </a:solidFill>
          <a:ln w="12700">
            <a:solidFill>
              <a:srgbClr val="064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32504"/>
            <a:ext cx="8229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US-012/013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25880" y="4032504"/>
            <a:ext cx="10515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03250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Onboarding KB + Troubleshooting KB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99432"/>
            <a:ext cx="822960" cy="438912"/>
          </a:xfrm>
          <a:prstGeom prst="rect">
            <a:avLst/>
          </a:prstGeom>
          <a:solidFill>
            <a:srgbClr val="5B4CC4"/>
          </a:solidFill>
          <a:ln w="12700">
            <a:solidFill>
              <a:srgbClr val="5B4C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99432"/>
            <a:ext cx="8229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325880" y="4599432"/>
            <a:ext cx="10515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459943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Integration Guide — labels in Git, sync waves, drift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166360"/>
            <a:ext cx="822960" cy="438912"/>
          </a:xfrm>
          <a:prstGeom prst="rect">
            <a:avLst/>
          </a:prstGeom>
          <a:solidFill>
            <a:srgbClr val="9B5E0C"/>
          </a:solidFill>
          <a:ln w="12700">
            <a:solidFill>
              <a:srgbClr val="9B5E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166360"/>
            <a:ext cx="8229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25880" y="5166360"/>
            <a:ext cx="10515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516636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Model Documentation — format standards + audit commands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733288"/>
            <a:ext cx="82296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733288"/>
            <a:ext cx="8229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Decks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325880" y="5733288"/>
            <a:ext cx="10515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573328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+ Illumio-specific 20-slide deck — both available in Sprint 26-09 wiki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PCE: us-scp14.illum.io:443  |  Org: 3801148  |  Illuminati Team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Deep Dive + Illumio Integration</dc:title>
  <dc:subject>PptxGenJS Presentation</dc:subject>
  <dc:creator>Illuminati Team</dc:creator>
  <cp:lastModifiedBy>Illuminati Team</cp:lastModifiedBy>
  <cp:revision>1</cp:revision>
  <dcterms:created xsi:type="dcterms:W3CDTF">2026-05-03T20:28:18Z</dcterms:created>
  <dcterms:modified xsi:type="dcterms:W3CDTF">2026-05-03T20:28:18Z</dcterms:modified>
</cp:coreProperties>
</file>